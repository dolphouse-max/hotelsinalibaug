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2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1C21-789E-1706-F31A-38AB11CF6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BC3C8-7A5F-83BE-136E-219AA26B0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ECF58-3181-899A-8F5D-017DB767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A3B2B-F3D2-8A21-EEC1-581F0F7F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F35D-1333-E1FB-7572-8E1555E8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90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DC94-B8B0-2159-05F4-82FC8E43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0AC5B-6372-4515-4FDE-62C15E4CC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A5153-E683-D24D-2AFB-AD76342E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61064-7F2B-44C9-2CFE-A263E2F8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323D7-F8DC-F504-ECD4-1D9D6D27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4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A237-C734-9D33-AD55-FC2F123A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22059-CAE3-5BC3-14CF-790B3BEF4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5982-8BD0-9A70-7C47-C9CABDAF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57C5-4DC8-4819-EA7F-AE1B9BCD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CD713-CBD2-9626-C540-945CA3D9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5019-4DEF-6525-1C6F-8529B8D2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DA6A-D437-BBF2-DE4D-D4D5ADD7D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58135-1882-08B0-FB27-FC3FAA17A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D972B-1ECB-F2E4-3B56-F35FED68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C71CD-790C-37D6-4505-EC571E23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F5701-653C-D9EC-1E95-EF3E93CE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26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767C-5C36-9065-1AD9-B7886EBA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B207D-3667-C379-FF88-6E0A0E720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00BD0-BDBE-BA89-FCE7-64868E134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AC5BD-8DDD-A789-C006-D276F106A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F857CF-1313-0B2D-792E-2246B8BD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4FE5B-689A-C65E-7938-9914465D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AAD52A-E345-1D7F-5AAB-3843D810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D0BDF-B605-4262-51C1-A21F1E03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59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55A4-8F47-CE71-1FBE-6CB5710F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F3832-9DDB-488B-29F4-54D63FD0D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698C7-1787-FBE4-9113-68A44AD4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B45D6-E4D3-BFBD-D21A-3736057B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5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CE990-549A-CD33-8409-18CFAB00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96E98-74E5-FE7D-D988-C85A8D90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3E9EB-B453-924C-23D6-B24DB5B7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81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A518-4A5A-CFC9-C4F3-96BA75C2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286B-10E6-FE24-5754-F87DA0B3E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E9919-59A4-75ED-6666-60A742D9D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37A19-1B73-D105-C6D4-D22D0723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2DB79-2886-D159-24E5-B3663F8E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4EFD-AB1C-A4C4-E4B2-A5612DEF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438F7-6BDF-A2D9-456F-792BA9D2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0BB9C-571A-3A84-BC8F-2ECCFADE6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57632-5D18-1A6F-C420-7FC079D7C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99CD3-8D8B-69F1-5C4F-844BFFE2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B9E25-33FA-21ED-E1C2-137C8F3F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D7013-A442-5D05-373B-51DEC218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23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2475-E4BF-D9BD-2D4C-C9161818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A654E-D737-C291-8051-FC7D5B0C8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F3AE-CBD1-9A6F-1FAC-08AD5628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1CC66-1180-C740-DA65-1DC8EE37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E66A-64D0-5931-048D-83BFF411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510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C24EF-57DB-E33E-D05B-DE5D553B1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0B889-1983-7A2F-AE17-0D93A20D5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C8ECE-7BC2-03AD-DC2A-F7BB9CBD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19D6-C058-A11B-3751-89580531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D55D6-C21D-1189-4560-CEFEE7D7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44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679A4-7BA8-7A1F-1DDB-47E1918B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F67BF-1803-F7EC-A028-97CA4CFD3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7FFA-B073-EF0A-7E14-89F722A3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721FF-09A6-4761-8598-3E65041B823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7FF4-A5D8-1BCD-1404-1DC9750BC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572BF-D21F-BB9B-00F5-59C9B0551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128D5-6BDA-4805-A797-3D841B228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47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121A5-3AE6-8A9F-723C-3222D254D08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25934"/>
            <a:ext cx="6324600" cy="5670331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A6A7EB-8C15-E2F3-3197-4BEE136BF53F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8AEC5-1C88-6F4A-742F-C321550AC916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01  /  12</a:t>
            </a: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07F9E08-0EC6-C8C6-B5C3-E56DB31712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38507"/>
      </p:ext>
    </p:extLst>
  </p:cSld>
  <p:clrMapOvr>
    <a:masterClrMapping/>
  </p:clrMapOvr>
  <p:transition spd="med" advTm="7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F4C3E-4D8E-ECE5-FA52-EE7B628FE3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27679"/>
            <a:ext cx="6324600" cy="5666842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92FB30-CBF6-D684-3AAE-477DCBAFD03F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1969B-B9DE-5F61-38DB-A7F3CA32BEDF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02  /  12</a:t>
            </a: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D6BDE9A-1327-0FA7-7F89-80AF8CA4E0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29802"/>
      </p:ext>
    </p:extLst>
  </p:cSld>
  <p:clrMapOvr>
    <a:masterClrMapping/>
  </p:clrMapOvr>
  <p:transition spd="med" advTm="75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AE85D-7C4C-28B1-13CB-C26EB29485E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368649"/>
            <a:ext cx="6324600" cy="5784901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276E1C-AC80-E23E-F094-E92C4757314A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6BD6C-F487-9C3F-3AC1-7B79811DE0A9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03  /  12</a:t>
            </a: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1E12AFF-C11A-DD4A-C21E-07C30EE861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1608"/>
      </p:ext>
    </p:extLst>
  </p:cSld>
  <p:clrMapOvr>
    <a:masterClrMapping/>
  </p:clrMapOvr>
  <p:transition spd="med" advTm="61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A3A34-6658-C549-DCA6-4F416A1149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50167"/>
            <a:ext cx="6324600" cy="5621867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9B7530-86EC-B54F-1F84-C55C7FD44C41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27D5F-EE37-0C54-9F82-3F7E532E6A2C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04  /  12</a:t>
            </a: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4FDC0F4-3AC0-DE7F-6D20-BF1134365B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11381"/>
      </p:ext>
    </p:extLst>
  </p:cSld>
  <p:clrMapOvr>
    <a:masterClrMapping/>
  </p:clrMapOvr>
  <p:transition spd="med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F9288-617F-1FB6-F0C0-DF3F24A256F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04829"/>
            <a:ext cx="6324600" cy="5712542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71E741-12B6-96A7-C7AC-47EB259CC4C3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82218-E596-6105-676B-EA04EF503CB3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05  /  12</a:t>
            </a: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D8AE262-EDE4-CA1F-62FA-41C22D00A8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79620"/>
      </p:ext>
    </p:extLst>
  </p:cSld>
  <p:clrMapOvr>
    <a:masterClrMapping/>
  </p:clrMapOvr>
  <p:transition spd="med" advTm="77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99A75-9432-EFC8-3D44-008DCA52ED2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13800"/>
            <a:ext cx="6324600" cy="5494600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DA299C-82FE-D2AA-743C-5D17AF6F9A49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C608E-1352-A696-277A-8946EA835AE7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06  /  12</a:t>
            </a: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FED8BE2-686D-A9F8-EC5E-DCDC42A9F3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29832"/>
      </p:ext>
    </p:extLst>
  </p:cSld>
  <p:clrMapOvr>
    <a:masterClrMapping/>
  </p:clrMapOvr>
  <p:transition spd="med" advTm="664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19012-9DC6-C0C7-C04D-890C7C934A3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91996"/>
            <a:ext cx="6324600" cy="5538208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713DF6-1110-3878-40BE-037C65E621AC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3274-CB7A-14E6-A9F3-AC676D693AFE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07  /  12</a:t>
            </a:r>
          </a:p>
        </p:txBody>
      </p:sp>
      <p:pic>
        <p:nvPicPr>
          <p:cNvPr id="6" name="slide-07">
            <a:hlinkClick r:id="" action="ppaction://media"/>
            <a:extLst>
              <a:ext uri="{FF2B5EF4-FFF2-40B4-BE49-F238E27FC236}">
                <a16:creationId xmlns:a16="http://schemas.microsoft.com/office/drawing/2014/main" id="{3E76F384-C62C-F23D-8E03-93E0D41AD7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27806"/>
      </p:ext>
    </p:extLst>
  </p:cSld>
  <p:clrMapOvr>
    <a:masterClrMapping/>
  </p:clrMapOvr>
  <p:transition spd="med" advTm="73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FD1D3-E25B-BDBB-2C74-2A581B89D23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91996"/>
            <a:ext cx="6324600" cy="5538208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50DD4B-59E0-CE28-29DD-7C01842693DA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245A0-5E81-31F0-6AC0-908CFABE230E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08  /  12</a:t>
            </a:r>
          </a:p>
        </p:txBody>
      </p:sp>
      <p:pic>
        <p:nvPicPr>
          <p:cNvPr id="6" name="slide-08">
            <a:hlinkClick r:id="" action="ppaction://media"/>
            <a:extLst>
              <a:ext uri="{FF2B5EF4-FFF2-40B4-BE49-F238E27FC236}">
                <a16:creationId xmlns:a16="http://schemas.microsoft.com/office/drawing/2014/main" id="{0201AE47-6C36-002A-0FD1-A04E505419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79541"/>
      </p:ext>
    </p:extLst>
  </p:cSld>
  <p:clrMapOvr>
    <a:masterClrMapping/>
  </p:clrMapOvr>
  <p:transition spd="med" advTm="584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FB7F9-A992-341B-340F-EC65E4B9C31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37548"/>
            <a:ext cx="6324600" cy="5447103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A65AE2-3E6C-FCE0-81A2-1A72022DBF72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C143A-219D-64F6-9990-A79360E0A12A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09  /  12</a:t>
            </a:r>
          </a:p>
        </p:txBody>
      </p:sp>
      <p:pic>
        <p:nvPicPr>
          <p:cNvPr id="6" name="slide-09">
            <a:hlinkClick r:id="" action="ppaction://media"/>
            <a:extLst>
              <a:ext uri="{FF2B5EF4-FFF2-40B4-BE49-F238E27FC236}">
                <a16:creationId xmlns:a16="http://schemas.microsoft.com/office/drawing/2014/main" id="{44764077-9A39-3382-220F-C7A696F896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92695"/>
      </p:ext>
    </p:extLst>
  </p:cSld>
  <p:clrMapOvr>
    <a:masterClrMapping/>
  </p:clrMapOvr>
  <p:transition spd="med" advTm="74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4DEB3-C5DC-2F00-0FF0-E42612D5C86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10558"/>
            <a:ext cx="6324600" cy="5501084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19E207-F84D-0201-2E84-B0177B76E293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F18BE-98C4-DFFB-8A9C-EE48335B44EE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10  /  12</a:t>
            </a:r>
          </a:p>
        </p:txBody>
      </p:sp>
      <p:pic>
        <p:nvPicPr>
          <p:cNvPr id="6" name="slide-10">
            <a:hlinkClick r:id="" action="ppaction://media"/>
            <a:extLst>
              <a:ext uri="{FF2B5EF4-FFF2-40B4-BE49-F238E27FC236}">
                <a16:creationId xmlns:a16="http://schemas.microsoft.com/office/drawing/2014/main" id="{39C63DFC-CE46-7BB0-E1DE-BE8D9827A9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55741"/>
      </p:ext>
    </p:extLst>
  </p:cSld>
  <p:clrMapOvr>
    <a:masterClrMapping/>
  </p:clrMapOvr>
  <p:transition spd="med" advTm="66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FCD22-E4F6-32F4-3EDC-B35C73251B1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533002"/>
            <a:ext cx="6324600" cy="5456196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FF4A39-B1DB-2D70-1DE8-F1021EDF1501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818E0-A9AD-7468-6D09-D23068E23CA6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11  /  12</a:t>
            </a:r>
          </a:p>
        </p:txBody>
      </p:sp>
      <p:pic>
        <p:nvPicPr>
          <p:cNvPr id="6" name="slide-11">
            <a:hlinkClick r:id="" action="ppaction://media"/>
            <a:extLst>
              <a:ext uri="{FF2B5EF4-FFF2-40B4-BE49-F238E27FC236}">
                <a16:creationId xmlns:a16="http://schemas.microsoft.com/office/drawing/2014/main" id="{57A00B3B-E738-66B1-3C0E-E5B5F7FA48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41951"/>
      </p:ext>
    </p:extLst>
  </p:cSld>
  <p:clrMapOvr>
    <a:masterClrMapping/>
  </p:clrMapOvr>
  <p:transition spd="med" advTm="589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6EB89C-BD6F-5303-A39F-866D6B72F57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3484446"/>
            <a:ext cx="6324600" cy="5553307"/>
          </a:xfrm>
          <a:prstGeom prst="rect">
            <a:avLst/>
          </a:prstGeom>
          <a:effectLst>
            <a:outerShdw blurRad="63500" dist="37357" dir="2700000" rotWithShape="0">
              <a:scrgbClr r="0" g="0" b="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443C0A-3B00-4F0B-64A7-B96CEB1EC984}"/>
              </a:ext>
            </a:extLst>
          </p:cNvPr>
          <p:cNvSpPr txBox="1"/>
          <p:nvPr/>
        </p:nvSpPr>
        <p:spPr>
          <a:xfrm>
            <a:off x="381000" y="5334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3ABBF2"/>
                </a:solidFill>
                <a:latin typeface="Aptos Display" panose="020B0004020202020204" pitchFamily="34" charset="0"/>
              </a:rPr>
              <a:t>CHECKIN  /  HOTEL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8FE71-CA27-CE29-E347-9F548D01828C}"/>
              </a:ext>
            </a:extLst>
          </p:cNvPr>
          <p:cNvSpPr txBox="1"/>
          <p:nvPr/>
        </p:nvSpPr>
        <p:spPr>
          <a:xfrm>
            <a:off x="381000" y="112268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7DB2D7"/>
                </a:solidFill>
                <a:latin typeface="Aptos" panose="020B0004020202020204" pitchFamily="34" charset="0"/>
              </a:rPr>
              <a:t>12  /  12</a:t>
            </a:r>
          </a:p>
        </p:txBody>
      </p:sp>
      <p:pic>
        <p:nvPicPr>
          <p:cNvPr id="6" name="slide-12">
            <a:hlinkClick r:id="" action="ppaction://media"/>
            <a:extLst>
              <a:ext uri="{FF2B5EF4-FFF2-40B4-BE49-F238E27FC236}">
                <a16:creationId xmlns:a16="http://schemas.microsoft.com/office/drawing/2014/main" id="{729AD636-574D-8A11-2B5E-7D243D11EC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77459"/>
      </p:ext>
    </p:extLst>
  </p:cSld>
  <p:clrMapOvr>
    <a:masterClrMapping/>
  </p:clrMapOvr>
  <p:transition spd="med" advTm="7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Custom</PresentationFormat>
  <Paragraphs>24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Patil</dc:creator>
  <cp:lastModifiedBy>Girish Patil</cp:lastModifiedBy>
  <cp:revision>1</cp:revision>
  <dcterms:created xsi:type="dcterms:W3CDTF">2026-07-24T17:31:39Z</dcterms:created>
  <dcterms:modified xsi:type="dcterms:W3CDTF">2026-07-24T17:31:39Z</dcterms:modified>
</cp:coreProperties>
</file>