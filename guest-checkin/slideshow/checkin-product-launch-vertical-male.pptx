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2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4637-8164-59AB-4329-56067D48F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29419-EB3F-A93C-E65A-0597D7B58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D08F2-B4B6-468E-11A7-DD51C920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0F810-4CFE-5EC9-A532-0BC2597D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8BF94-96BC-796B-6666-75C3C2DC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84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9215-EEC5-9662-B2FB-7D10FCEB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C7BC-7FE9-93F3-30FE-76C07AC3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DB47B-2024-E307-83FC-7B4BC2B7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784A8-1144-DF7C-6E31-9582945C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E61F6-E855-38F2-E0E8-15B33271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92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A075-2F57-799D-AF95-5867FB75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B726D-01A4-DDA2-1736-D483EB25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24D4-383C-A391-78FE-7B62A8E22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69C0B-62B9-642C-9D73-70658F7A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BFB9-6699-0CAC-9171-D76D56AF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0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6A84-7BCC-F313-E1DF-0D0D0C99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1877-ADDD-99B7-B1A6-380C6F554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C742C-8FF3-DCD8-6F29-9BF1391D8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AD4B0-F989-2E30-1A07-D89BE0E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AA1FE-19F9-9E22-1885-6D50F572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E8FFF-2F3A-8565-A02C-55B9714FC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78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2FCC-FF43-75F7-6B95-CD049225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135D4-50E5-9034-4117-D1FF28985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0C3E2-04F9-231B-7CCA-925DC41A8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2B101-EA17-A2ED-E3C4-D29B615EE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D4A13-2067-8AAF-AD5B-C76EC1ADD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72C5C-7055-1DEE-11EB-4341DC84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F0894-38A2-AC5D-947C-6AF47ECA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C3556-B7DD-6003-7A67-43134BE8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47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442C-AC4C-CE62-EDA5-E70DB98D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DD2C9-D418-A1AB-68EE-AFD0149F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1D2D6-BC5E-73F0-F06B-0B3F4C46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709AF-4C56-0A6B-8A8A-E8369554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99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73E33-0591-A05D-29A2-1175AA78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33326-CFB6-FEB1-6744-A34F3572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1B6AB-1FDB-2CF4-E9DF-E293AC55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21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66C9-9529-8C74-A5DF-EC4EF688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6A45-F2DA-CAFF-6302-5FD9FA978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2FE0C-3060-7AE3-D99D-6DA5BE9F0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3819B-AC7E-BFBC-A95C-66BA2B20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7398E-E8AC-95BC-BA97-4652DD4C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80946-47D1-F891-0D7E-88CD4161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70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92FB-659B-30E6-A6C4-FE31E7DA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7A785-DD28-3130-5BC5-0DCF73DB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A424C-CF76-281B-C8A8-B74D75FDF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A869-BE48-D7BD-2FA8-90F95F2A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48A07-1F34-108B-B2D8-7C078A97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C8201-4A7D-D72B-AB2D-B36D5437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1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D4CB-F4E6-A7B9-4603-606714C3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A99F3-8ABD-3AAD-A6B0-279AD207B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983C5-0910-919A-F813-BE402B8D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E348-B219-942D-BDCA-B98F5586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823B5-AE3D-9ED6-7AE1-94414E72D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88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03950-8BC0-9CAF-9DEB-72ED0A3A3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A01F8-8091-DDED-F01F-62E282A17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5A620-ED06-7BE6-5C0C-F8AB3669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E2656-81E7-6B5F-E9B1-86D12262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DA805-5AD8-0766-A009-F1259931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98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D625BF-20F7-A9A2-F47C-C965EBAB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956D-34B5-359A-11BC-425827390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B1BBD-92CA-D344-7AF5-23FF0CA24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EF43B-9519-4F03-A260-09011F1EE03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54462-8528-9DE5-8442-E8214EBCD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38D3B-C757-28F8-135F-06C2515F1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F8233-8897-403F-932A-6E66417C6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39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CFA859-306C-D1D5-1875-98472C2300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25934"/>
            <a:ext cx="6324600" cy="5670331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FB38D3-905D-7A92-6EC6-863A062F066B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FB8A3-0C14-E927-EF74-E9A0C72CE0F6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01  /  12</a:t>
            </a: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9C905E7-9D69-C041-F8F3-C627CCD443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57110"/>
      </p:ext>
    </p:extLst>
  </p:cSld>
  <p:clrMapOvr>
    <a:masterClrMapping/>
  </p:clrMapOvr>
  <p:transition spd="med" advTm="729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BA2CCA-F5E9-1676-DBD0-00AB108A2AF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27679"/>
            <a:ext cx="6324600" cy="5666842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D98128-0EE5-E4F4-9F25-56C8E1C66332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9D176-2DF0-BE35-BA1F-A5B0DB67C7D3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02  /  12</a:t>
            </a: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F2351BB-822E-CDCB-8930-46D0441E05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50884"/>
      </p:ext>
    </p:extLst>
  </p:cSld>
  <p:clrMapOvr>
    <a:masterClrMapping/>
  </p:clrMapOvr>
  <p:transition spd="med" advTm="759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A7E3C-8CE0-B1C2-5896-5A4B93154C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368649"/>
            <a:ext cx="6324600" cy="5784901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000AC3-0CCF-F600-AED9-96F117AB9B33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BBAE1-D1BF-42E0-EBF6-E095C723C3CD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03  /  12</a:t>
            </a: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61C7A88-AE3D-A5B2-D413-37716A28A3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53747"/>
      </p:ext>
    </p:extLst>
  </p:cSld>
  <p:clrMapOvr>
    <a:masterClrMapping/>
  </p:clrMapOvr>
  <p:transition spd="med" advTm="60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5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E16197-096A-FA03-38FD-5AC1B916E9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50167"/>
            <a:ext cx="6324600" cy="5621867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716B36-08F2-D603-E2D2-6674B36516CC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D4ABE-CB1E-01FF-D78D-6259179FD97B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04  /  12</a:t>
            </a: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5CB4768-AA09-3E53-99F7-A3A48EE74F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98232"/>
      </p:ext>
    </p:extLst>
  </p:cSld>
  <p:clrMapOvr>
    <a:masterClrMapping/>
  </p:clrMapOvr>
  <p:transition spd="med" advTm="697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A25EC-23BD-874D-FD19-1776846894A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04829"/>
            <a:ext cx="6324600" cy="5712542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226341-D348-B221-BF26-6A166343EAF3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7533E-3BD6-442D-58C2-27F926F6EAE1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05  /  12</a:t>
            </a: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ED338CE-8391-A8D8-D955-FD833D5DC8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31710"/>
      </p:ext>
    </p:extLst>
  </p:cSld>
  <p:clrMapOvr>
    <a:masterClrMapping/>
  </p:clrMapOvr>
  <p:transition spd="med" advTm="764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C7133-DEA7-5797-A662-13D9CC78AC1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13800"/>
            <a:ext cx="6324600" cy="54946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9AE90B-98DD-F2E8-26A0-96A82F0C1421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2617E-C1EB-2D37-CFBD-F1694B51B9E2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06  /  12</a:t>
            </a: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9486974-1EFB-EC87-A1EB-7DFD41AF68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30454"/>
      </p:ext>
    </p:extLst>
  </p:cSld>
  <p:clrMapOvr>
    <a:masterClrMapping/>
  </p:clrMapOvr>
  <p:transition spd="med" advTm="66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CDC04-F67C-08D6-9C53-F0D65649B07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91996"/>
            <a:ext cx="6324600" cy="5538208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DCB622-8600-5E23-B499-04E1EC2082A5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A5624-A70F-4461-E070-B5B179359AB2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07  /  12</a:t>
            </a:r>
          </a:p>
        </p:txBody>
      </p:sp>
      <p:pic>
        <p:nvPicPr>
          <p:cNvPr id="6" name="slide-07">
            <a:hlinkClick r:id="" action="ppaction://media"/>
            <a:extLst>
              <a:ext uri="{FF2B5EF4-FFF2-40B4-BE49-F238E27FC236}">
                <a16:creationId xmlns:a16="http://schemas.microsoft.com/office/drawing/2014/main" id="{EFF92F3A-A033-00BD-D08B-CCD9670453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53561"/>
      </p:ext>
    </p:extLst>
  </p:cSld>
  <p:clrMapOvr>
    <a:masterClrMapping/>
  </p:clrMapOvr>
  <p:transition spd="med" advTm="707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35E193-160F-AB24-C2D3-E5386B7AC61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91996"/>
            <a:ext cx="6324600" cy="5538208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2DEB99-4A20-4407-B016-E070D33E4936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78DE6-1CA4-D67C-9AFE-096D7F365C7C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08  /  12</a:t>
            </a:r>
          </a:p>
        </p:txBody>
      </p:sp>
      <p:pic>
        <p:nvPicPr>
          <p:cNvPr id="6" name="slide-08">
            <a:hlinkClick r:id="" action="ppaction://media"/>
            <a:extLst>
              <a:ext uri="{FF2B5EF4-FFF2-40B4-BE49-F238E27FC236}">
                <a16:creationId xmlns:a16="http://schemas.microsoft.com/office/drawing/2014/main" id="{121CEB4D-F9D5-D15D-8400-EFA72DBA3B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75449"/>
      </p:ext>
    </p:extLst>
  </p:cSld>
  <p:clrMapOvr>
    <a:masterClrMapping/>
  </p:clrMapOvr>
  <p:transition spd="med" advTm="58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333AC-9050-62C6-1C18-68923819E46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37548"/>
            <a:ext cx="6324600" cy="5447103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9998B6-C6EB-843C-9409-FEF1105438E0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05C6E-F70F-F596-DE79-EEAD215B8593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09  /  12</a:t>
            </a:r>
          </a:p>
        </p:txBody>
      </p:sp>
      <p:pic>
        <p:nvPicPr>
          <p:cNvPr id="6" name="slide-09">
            <a:hlinkClick r:id="" action="ppaction://media"/>
            <a:extLst>
              <a:ext uri="{FF2B5EF4-FFF2-40B4-BE49-F238E27FC236}">
                <a16:creationId xmlns:a16="http://schemas.microsoft.com/office/drawing/2014/main" id="{1630BCF1-FD4A-303B-8814-5FAFD43E5C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25060"/>
      </p:ext>
    </p:extLst>
  </p:cSld>
  <p:clrMapOvr>
    <a:masterClrMapping/>
  </p:clrMapOvr>
  <p:transition spd="med" advTm="743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58015E-E47F-EC2B-E223-CE3E5BBA58D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10558"/>
            <a:ext cx="6324600" cy="5501084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4EE306-4A24-2122-2F63-D577353CEE30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6F203-B369-D494-31FA-8B4E9553E528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10  /  12</a:t>
            </a:r>
          </a:p>
        </p:txBody>
      </p:sp>
      <p:pic>
        <p:nvPicPr>
          <p:cNvPr id="6" name="slide-10">
            <a:hlinkClick r:id="" action="ppaction://media"/>
            <a:extLst>
              <a:ext uri="{FF2B5EF4-FFF2-40B4-BE49-F238E27FC236}">
                <a16:creationId xmlns:a16="http://schemas.microsoft.com/office/drawing/2014/main" id="{416202F5-E204-4FDC-B128-FB0605D1B9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54178"/>
      </p:ext>
    </p:extLst>
  </p:cSld>
  <p:clrMapOvr>
    <a:masterClrMapping/>
  </p:clrMapOvr>
  <p:transition spd="med" advTm="674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C59F63-6776-1FB3-E6D6-18BF0EA517E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33002"/>
            <a:ext cx="6324600" cy="5456196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9FAE5E-2FFB-9EC6-56A7-0E6A57BA6427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A3E68-5E2F-8BA4-D455-635D437AB249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11  /  12</a:t>
            </a:r>
          </a:p>
        </p:txBody>
      </p:sp>
      <p:pic>
        <p:nvPicPr>
          <p:cNvPr id="6" name="slide-11">
            <a:hlinkClick r:id="" action="ppaction://media"/>
            <a:extLst>
              <a:ext uri="{FF2B5EF4-FFF2-40B4-BE49-F238E27FC236}">
                <a16:creationId xmlns:a16="http://schemas.microsoft.com/office/drawing/2014/main" id="{91455314-34EC-32F0-AE79-79D982E159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08991"/>
      </p:ext>
    </p:extLst>
  </p:cSld>
  <p:clrMapOvr>
    <a:masterClrMapping/>
  </p:clrMapOvr>
  <p:transition spd="med" advTm="57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5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A3E0E-43E8-E885-9FBF-766FBA8FCE8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84446"/>
            <a:ext cx="6324600" cy="5553307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8FF74C-7A25-7E9A-35D6-D99185C0085A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F753D-4656-59F3-A452-D799ED9AA197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12  /  12</a:t>
            </a:r>
          </a:p>
        </p:txBody>
      </p:sp>
      <p:pic>
        <p:nvPicPr>
          <p:cNvPr id="6" name="slide-12">
            <a:hlinkClick r:id="" action="ppaction://media"/>
            <a:extLst>
              <a:ext uri="{FF2B5EF4-FFF2-40B4-BE49-F238E27FC236}">
                <a16:creationId xmlns:a16="http://schemas.microsoft.com/office/drawing/2014/main" id="{E471E5F1-7773-9785-2B3E-7C3CC36ECD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5318"/>
      </p:ext>
    </p:extLst>
  </p:cSld>
  <p:clrMapOvr>
    <a:masterClrMapping/>
  </p:clrMapOvr>
  <p:transition spd="med" advTm="7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Custom</PresentationFormat>
  <Paragraphs>24</Paragraphs>
  <Slides>12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Patil</dc:creator>
  <cp:lastModifiedBy>Girish Patil</cp:lastModifiedBy>
  <cp:revision>1</cp:revision>
  <dcterms:created xsi:type="dcterms:W3CDTF">2026-07-24T17:42:48Z</dcterms:created>
  <dcterms:modified xsi:type="dcterms:W3CDTF">2026-07-24T17:42:48Z</dcterms:modified>
</cp:coreProperties>
</file>