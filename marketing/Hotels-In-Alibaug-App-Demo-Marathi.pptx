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0F0A-6A7D-87A5-27D8-D3C6F6073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CCF4E-A650-C9B9-8BE4-E563D077A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5195-2EF7-4993-DFAA-0175B811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314C-0FC5-9EA0-69A8-1C7427D2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20BF0-6615-2EFC-1C6D-E2B2366D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1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FE93-46EE-3E38-8C9B-83B2CD5C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5CA4-6772-8225-1880-FA7E12D8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AEF5-5B3A-DA9B-C4DE-5CDF3BB5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34DA9-E450-3A06-B911-4AAA68CA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44B8D-FF0F-2ABF-626C-DDD510BE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10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7244-DC84-2111-8DEB-271973152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EC521-195D-F47C-4759-F83856FB2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5E1CD-E2E9-6565-21E5-8C5B51EA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B032A-4D37-001C-3E26-446FEF60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C5DB0-27B6-37BD-FAC8-0C452C21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1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33A7-A28C-E520-B78A-B55688F8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C7FD5-9D5B-286B-FE9D-F2702E300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2E53D-CCBD-35D1-0F67-51638DCD1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8936B-C5C1-233F-CA38-964216E6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10087-406E-1757-6B8F-6C30F748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9D463-8873-DD29-CEBC-2A5D5744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72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C7CB-143C-1724-17ED-5CF699F4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B30B-84DF-E2D6-B0CA-BDAEE8446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33CEF-7881-49A3-E24C-F33F9CB94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D891E-FAA3-9250-57CE-5C4331785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D606A-84EA-2C10-FD57-BAD1D6B6B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4E5B0-8CB4-B7CA-3BA0-610A8B3B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027AA-3B9A-F3B3-0903-D9384658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3AB0E-C20C-3F4A-0450-9C4C198E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8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DCC9-73F2-56AF-B4E7-C08B782E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E51B5-42EA-2093-64AE-DAA70C5E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BFA03-23C3-0168-1856-3BE02134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FBFC8-CF72-42C1-FA68-2EBEBD07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7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94D59-B778-3305-E9E7-8B4D9C35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CDEBF-9375-E573-F3F8-EAEB6A8E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01B00-C7F2-00A7-0E0A-8CC696D9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20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A6CD-1694-0F77-3275-66B0709F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9ED9-315C-F9A8-F5A7-AAAC7367F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06AFA-6917-E21B-2129-0CC01E1E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CFD97-BF3E-C9FA-DD35-C3BD1A65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ABE36-3272-7D22-36F2-46C12810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DD0FD-DED4-F023-BB86-70530A3B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1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C4F2-3B76-25FA-5EFA-FD05C516D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03E32-705C-F6F7-A890-A503C2C77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33B57-BE05-3A4F-7391-BC7CEFF1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651D4-D767-1EA1-75E1-AFFDCEE4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0DAC8-2BD7-38A5-FFA9-DD6B26B2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C0CD-9404-0BC6-3D11-997E25BB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9F3B-E161-C3A1-A595-167571AD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8848B-1127-5DFF-DF86-B6C9B6618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0226-DEE5-101B-4CC6-6E1454E1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E025A-2D8B-611F-7C60-AC88DDF6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7BD7-9EE1-5C4A-AA57-3B2C9C91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70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E92C8-3E03-1808-7F60-A9698B41C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29210-A018-72CC-E63B-667B700C2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382CD-EC9A-0921-D780-8028F59B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9340-2945-3B3E-FCD2-781DF418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131E-F5C8-F202-1DBF-F2D8E926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058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01AD-6941-C1E6-C4AA-4A167AC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2BC6A-ECD0-E6A6-4D32-58794E273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61BD5-4F62-7EF7-1FF4-A8B7713C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945F3-B0C8-BB75-6424-F144F12E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632E0-72D1-CB99-F3E6-15494302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23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67A94-8C83-18F0-F03A-8256FE35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3E5D-E322-85F7-4734-7B88BD37B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CE561-8F66-9C21-E1A0-7375B64DA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50BCA-8278-49CF-B53F-5922809775F3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0AC85-4F0C-FA00-6C3B-6EF6261CB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0BF04-E73D-540E-6E06-AD8A45423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C1A03-A496-4D7E-ABFF-EFD5B2133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5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6EA0-AEB1-D805-D535-7B95F292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AE5A8-2248-11AE-79AA-0CC48052AA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C98369-FD52-0530-3680-81B9EB6727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6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6FC81-F0B1-BA70-409E-C0C52462527E}"/>
              </a:ext>
            </a:extLst>
          </p:cNvPr>
          <p:cNvSpPr txBox="1"/>
          <p:nvPr/>
        </p:nvSpPr>
        <p:spPr>
          <a:xfrm>
            <a:off x="762000" y="15240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ptos Display" panose="020B0004020202020204" pitchFamily="34" charset="0"/>
              </a:rPr>
              <a:t>Hotels In Alibaug </a:t>
            </a:r>
            <a:r>
              <a:rPr lang="hi-IN" sz="2800" b="1">
                <a:solidFill>
                  <a:srgbClr val="FFFFFF"/>
                </a:solidFill>
                <a:latin typeface="Aptos Display" panose="020B0004020202020204" pitchFamily="34" charset="0"/>
              </a:rPr>
              <a:t>गेस्ट चेक-इन अॅप</a:t>
            </a:r>
            <a:endParaRPr lang="en-IN" sz="28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C2FEE-B3E7-6674-DEC4-3994DF0B3709}"/>
              </a:ext>
            </a:extLst>
          </p:cNvPr>
          <p:cNvSpPr txBox="1"/>
          <p:nvPr/>
        </p:nvSpPr>
        <p:spPr>
          <a:xfrm>
            <a:off x="762000" y="3683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>
                <a:solidFill>
                  <a:srgbClr val="FFFFFF"/>
                </a:solidFill>
                <a:latin typeface="Aptos" panose="020B0004020202020204" pitchFamily="34" charset="0"/>
              </a:rPr>
              <a:t>हॉटेल, रिसॉर्ट, लॉज आणि होमस्टे साठी 2 मिनिटांची डेमो प्रेझेंटेशन</a:t>
            </a:r>
            <a:endParaRPr lang="en-IN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3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6C53-A737-BABE-ACE4-5BFB49FA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1. एकच प्रायव्हेट हॉटेल डॅशबोर्ड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9BF10-A856-DFA9-5E50-6CB5BADBE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संपूर्ण हॉटेल कामकाजासाठी एक मोबाइल-फ्रेंडली मुख्य पेज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प्रोफाइल, गेस्ट </a:t>
            </a:r>
            <a:r>
              <a:rPr lang="en-IN" sz="1900">
                <a:solidFill>
                  <a:srgbClr val="44331A"/>
                </a:solidFill>
                <a:latin typeface="Aptos" panose="020B0004020202020204" pitchFamily="34" charset="0"/>
              </a:rPr>
              <a:t>QR, </a:t>
            </a:r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स्टाफ, बुकिंग, रिपोर्ट्स आणि अलर्ट्स एकाच ठिकाणी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रिसेप्शन आणि मालक दोघांसाठी सोपे वापरणे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091F78-79CA-D2B9-50EC-508D8CF9434B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C9A43-6C28-5C0F-0DC0-344A062C1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4CF4-7837-6224-9AFC-D01B2DA7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2. QR </a:t>
            </a:r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द्वारे गेस्ट सेल्फ चेक-इन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011A-FF89-9B25-96C6-28136CBC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रिसेप्शनवरून गेस्ट </a:t>
            </a:r>
            <a:r>
              <a:rPr lang="en-IN" sz="1900">
                <a:solidFill>
                  <a:srgbClr val="44331A"/>
                </a:solidFill>
                <a:latin typeface="Aptos" panose="020B0004020202020204" pitchFamily="34" charset="0"/>
              </a:rPr>
              <a:t>QR </a:t>
            </a:r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तयार करता येतो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गेस्ट स्वतःच्या मोबाईलवर तपशील भरतो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मॅन्युअल लिहिण्याचे काम कमी होते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EC4D1-AC7B-6B11-157F-B3849656D229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9398A-CF4D-D4C0-21B5-D890FA8D1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1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36F5-5167-AA20-35BF-83756E11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3. फॅमिली रूम एंट्री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CD457-70A7-C616-1435-CFE380B0C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एकाच रूममध्ये मुख्य गेस्टसोबत इतर कुटुंब सदस्य जोडता येतात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प्रत्येकासाठी आयडी प्रूफ रेकॉर्ड ठेवता येतो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फॅमिली बुकिंगसाठी उपयुक्त डिजिटल रजिस्टर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D3CD7-A043-A200-51BC-C435C9DB6FE1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E9FF8-B11A-E77E-02B7-F6B230F80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5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048B-884D-06C6-2181-E48F3B10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4. हॉटेलच्या मालकीचे </a:t>
            </a:r>
            <a:r>
              <a:rPr lang="en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Google Drive </a:t>
            </a:r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स्टोरेज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7DBAE-FA1C-C4D1-5B62-D24B4E7C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गेस्ट आणि स्टाफ प्रूफ इमेजेस हॉटेलच्या स्वतःच्या </a:t>
            </a:r>
            <a:r>
              <a:rPr lang="en-IN" sz="1900">
                <a:solidFill>
                  <a:srgbClr val="44331A"/>
                </a:solidFill>
                <a:latin typeface="Aptos" panose="020B0004020202020204" pitchFamily="34" charset="0"/>
              </a:rPr>
              <a:t>Google Drive </a:t>
            </a:r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मध्ये साठवल्या जातात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नोंदींची मालकी हॉटेलकडेच राहते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पोलीस आणि सुपरअॅडमिन पाहणी नियंत्रित अॅप-अॅक्सेसमधून होते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C1674E-4C11-5DB6-81F5-A2260CDAE414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0D945-D0F7-CF07-7389-AC199DBE8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67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3DA0-37FC-C88E-1692-628F3294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5. डिजिटल स्टाफ रजिस्टर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16738-FEDF-26C5-2490-2ACCBC5D1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स्टाफची नावे, भूमिका, संपर्क आणि प्रूफ एका ठिकाणी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मोबाईलवरून सोपे अपडेट आणि व्यवस्थापन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दैनिक कामकाज आणि ऑडिटसाठी उपयुक्त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C13A6-540C-1A07-D2E0-8C911FB26534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E9FFE-D9A9-9D51-84E3-3F95A5F77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0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764A-ABEA-BDBB-3B89-A40AB6363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6. फ्युचर रिझर्वेशन कॅलेंडर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121F5-2B15-059B-1A8A-B083F7425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आगामी बुकिंग्स स्पष्ट दिसतात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चेक-इन, चेक-आउट आणि ऑक्युपन्सी प्लॅनिंग सोपे होते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रिसेप्शन आणि मालक दोघांसाठी उपयोगी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FAC902-2D8E-5842-3DDE-C3CB1127B973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D9A4E-17A0-A4D0-495E-5FE60D5E1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4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522D-2DD1-7777-3AD7-3561B5D6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7. रोजच्या कामासाठी रिपोर्ट्स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B7531-77B0-2A5B-0296-ED053E514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करंट गेस्ट, गेस्ट रजिस्टर, ऑक्युपन्सी आणि सारांश रिपोर्ट्स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पेपर रजिस्टर शोधण्याची गरज कमी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मालकाला तयार डेटा तत्काळ मिळतो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892374-C014-B879-882F-13A29C8058D9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8D9C1-F2B4-A329-A17D-F71A6A998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0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1983-D7EC-D8BB-536A-5EB1D299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8. नियंत्रित पोलीस-रेडी अॅक्सेस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11335-C6D3-6F8A-EB53-209581ECE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पोलीस वापरकर्त्यांना संरचित इन-अॅप अॅक्सेस मिळतो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गेस्ट डेटा पाहणी जलद होते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हॉटेलच्या फाइल्सना खुला ब्राउझिंग अॅक्सेस दिला जात नाही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7985E-038B-B03C-58FD-B64D45A9EF8D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733D6-015B-E86D-AF2E-854C9F88D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07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B79BF3-97A0-9153-B9F4-D815CD18589E}"/>
              </a:ext>
            </a:extLst>
          </p:cNvPr>
          <p:cNvSpPr txBox="1"/>
          <p:nvPr/>
        </p:nvSpPr>
        <p:spPr>
          <a:xfrm>
            <a:off x="508000" y="406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800" b="1">
                <a:solidFill>
                  <a:srgbClr val="44331A"/>
                </a:solidFill>
                <a:latin typeface="Aptos Display" panose="020B0004020202020204" pitchFamily="34" charset="0"/>
              </a:rPr>
              <a:t>किंमत आणि फ्री ट्रायल</a:t>
            </a:r>
            <a:endParaRPr lang="en-IN" sz="28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36A20-8CEC-BB18-50DD-D02B2248BDE3}"/>
              </a:ext>
            </a:extLst>
          </p:cNvPr>
          <p:cNvSpPr/>
          <p:nvPr/>
        </p:nvSpPr>
        <p:spPr>
          <a:xfrm>
            <a:off x="6350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85A9B-FE0B-D78D-6F73-8EA88125723B}"/>
              </a:ext>
            </a:extLst>
          </p:cNvPr>
          <p:cNvSpPr txBox="1"/>
          <p:nvPr/>
        </p:nvSpPr>
        <p:spPr>
          <a:xfrm>
            <a:off x="8382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मासिक योजना</a:t>
            </a:r>
            <a:endParaRPr lang="en-IN" sz="22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98041-139A-A385-688D-9D242862FA07}"/>
              </a:ext>
            </a:extLst>
          </p:cNvPr>
          <p:cNvSpPr txBox="1"/>
          <p:nvPr/>
        </p:nvSpPr>
        <p:spPr>
          <a:xfrm>
            <a:off x="838200" y="2438400"/>
            <a:ext cx="276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रु. 10</a:t>
            </a:r>
            <a:endParaRPr lang="en-IN" sz="2400" b="1">
              <a:solidFill>
                <a:srgbClr val="DAEA0D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4DAFB-2FB4-1B60-D64B-6CCEDD6348A7}"/>
              </a:ext>
            </a:extLst>
          </p:cNvPr>
          <p:cNvSpPr txBox="1"/>
          <p:nvPr/>
        </p:nvSpPr>
        <p:spPr>
          <a:xfrm>
            <a:off x="838200" y="3302000"/>
            <a:ext cx="27686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700">
                <a:solidFill>
                  <a:srgbClr val="44331A"/>
                </a:solidFill>
                <a:latin typeface="Aptos" panose="020B0004020202020204" pitchFamily="34" charset="0"/>
              </a:rPr>
              <a:t>प्रति रूम प्रति महिना</a:t>
            </a:r>
            <a:endParaRPr lang="en-IN" sz="17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768A6-B89A-6B7C-6D54-696FA4673E63}"/>
              </a:ext>
            </a:extLst>
          </p:cNvPr>
          <p:cNvSpPr/>
          <p:nvPr/>
        </p:nvSpPr>
        <p:spPr>
          <a:xfrm>
            <a:off x="45085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123D8-56B4-3EBA-966A-EE3A3BDF0E69}"/>
              </a:ext>
            </a:extLst>
          </p:cNvPr>
          <p:cNvSpPr txBox="1"/>
          <p:nvPr/>
        </p:nvSpPr>
        <p:spPr>
          <a:xfrm>
            <a:off x="47117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वार्षिक योजना</a:t>
            </a:r>
            <a:endParaRPr lang="en-IN" sz="22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7E654-9867-B12E-A38E-BE2B214A6C0B}"/>
              </a:ext>
            </a:extLst>
          </p:cNvPr>
          <p:cNvSpPr txBox="1"/>
          <p:nvPr/>
        </p:nvSpPr>
        <p:spPr>
          <a:xfrm>
            <a:off x="4711700" y="2438400"/>
            <a:ext cx="2768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रु. 100</a:t>
            </a:r>
            <a:endParaRPr lang="en-IN" sz="2400" b="1">
              <a:solidFill>
                <a:srgbClr val="DAEA0D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5CEBC-4E79-1F62-C2DF-44DA75FD0CF3}"/>
              </a:ext>
            </a:extLst>
          </p:cNvPr>
          <p:cNvSpPr txBox="1"/>
          <p:nvPr/>
        </p:nvSpPr>
        <p:spPr>
          <a:xfrm>
            <a:off x="4711700" y="3302000"/>
            <a:ext cx="27686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700">
                <a:solidFill>
                  <a:srgbClr val="44331A"/>
                </a:solidFill>
                <a:latin typeface="Aptos" panose="020B0004020202020204" pitchFamily="34" charset="0"/>
              </a:rPr>
              <a:t>प्रति रूम प्रति वर्ष</a:t>
            </a:r>
            <a:endParaRPr lang="en-IN" sz="17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C709F-246B-1D40-AFBC-A2D01789279D}"/>
              </a:ext>
            </a:extLst>
          </p:cNvPr>
          <p:cNvSpPr/>
          <p:nvPr/>
        </p:nvSpPr>
        <p:spPr>
          <a:xfrm>
            <a:off x="8382000" y="1524000"/>
            <a:ext cx="3175000" cy="25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AEA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0BDF0-6FAB-7962-521B-7D38FA3FBAB9}"/>
              </a:ext>
            </a:extLst>
          </p:cNvPr>
          <p:cNvSpPr txBox="1"/>
          <p:nvPr/>
        </p:nvSpPr>
        <p:spPr>
          <a:xfrm>
            <a:off x="8585200" y="1752600"/>
            <a:ext cx="27686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200" b="1">
                <a:solidFill>
                  <a:srgbClr val="44331A"/>
                </a:solidFill>
                <a:latin typeface="Aptos Display" panose="020B0004020202020204" pitchFamily="34" charset="0"/>
              </a:rPr>
              <a:t>फ्री ट्रायल</a:t>
            </a:r>
            <a:endParaRPr lang="en-IN" sz="22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9C770-1E27-441B-63FA-6C17B7192394}"/>
              </a:ext>
            </a:extLst>
          </p:cNvPr>
          <p:cNvSpPr txBox="1"/>
          <p:nvPr/>
        </p:nvSpPr>
        <p:spPr>
          <a:xfrm>
            <a:off x="8585200" y="2438400"/>
            <a:ext cx="2768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400" b="1">
                <a:solidFill>
                  <a:srgbClr val="DAEA0D"/>
                </a:solidFill>
                <a:latin typeface="Aptos Display" panose="020B0004020202020204" pitchFamily="34" charset="0"/>
              </a:rPr>
              <a:t>31 ऑक्टोबर 2026 पर्यंत</a:t>
            </a:r>
            <a:endParaRPr lang="en-IN" sz="2400" b="1">
              <a:solidFill>
                <a:srgbClr val="DAEA0D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C0C17-104D-3CA5-2026-44C1560935E7}"/>
              </a:ext>
            </a:extLst>
          </p:cNvPr>
          <p:cNvSpPr txBox="1"/>
          <p:nvPr/>
        </p:nvSpPr>
        <p:spPr>
          <a:xfrm>
            <a:off x="8585200" y="3302000"/>
            <a:ext cx="27686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1700">
                <a:solidFill>
                  <a:srgbClr val="44331A"/>
                </a:solidFill>
                <a:latin typeface="Aptos" panose="020B0004020202020204" pitchFamily="34" charset="0"/>
              </a:rPr>
              <a:t>1 नोव्हेंबर 2026 पासून शुल्क लागू</a:t>
            </a:r>
            <a:endParaRPr lang="en-IN" sz="17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7B67E-D278-9CFD-BF0F-F7A83A047739}"/>
              </a:ext>
            </a:extLst>
          </p:cNvPr>
          <p:cNvSpPr txBox="1"/>
          <p:nvPr/>
        </p:nvSpPr>
        <p:spPr>
          <a:xfrm>
            <a:off x="762000" y="4699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hi-IN" sz="2000">
                <a:solidFill>
                  <a:srgbClr val="44331A"/>
                </a:solidFill>
                <a:latin typeface="Aptos" panose="020B0004020202020204" pitchFamily="34" charset="0"/>
              </a:rPr>
              <a:t>हॉटेलच्या मालकीची नोंद. नियंत्रित पोलीस-अॅक्सेस. मोबाइलवर सोपी दैनंदिन हॉटेल कामकाज व्यवस्था.</a:t>
            </a:r>
            <a:endParaRPr lang="en-IN" sz="20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946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290D-0025-4620-4AE4-9C17B094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i-IN" sz="2400" b="1">
                <a:solidFill>
                  <a:srgbClr val="44331A"/>
                </a:solidFill>
                <a:latin typeface="Aptos Display" panose="020B0004020202020204" pitchFamily="34" charset="0"/>
              </a:rPr>
              <a:t>9. शेवटचा संदेश</a:t>
            </a:r>
            <a:endParaRPr lang="en-IN" sz="2400" b="1">
              <a:solidFill>
                <a:srgbClr val="44331A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DF26B-5562-CB10-534C-D1AB57E22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397000"/>
            <a:ext cx="4826000" cy="4572000"/>
          </a:xfrm>
        </p:spPr>
        <p:txBody>
          <a:bodyPr>
            <a:normAutofit/>
          </a:bodyPr>
          <a:lstStyle/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31 ऑक्टोबर 2026 पर्यंत फ्री ट्रायल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मासिक: रु. 10 प्रति रूम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वार्षिक: रु. 100 प्रति रूम</a:t>
            </a:r>
          </a:p>
          <a:p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• लाइव्ह डेमो आणि सेटअपसाठी </a:t>
            </a:r>
            <a:r>
              <a:rPr lang="en-IN" sz="1900">
                <a:solidFill>
                  <a:srgbClr val="44331A"/>
                </a:solidFill>
                <a:latin typeface="Aptos" panose="020B0004020202020204" pitchFamily="34" charset="0"/>
              </a:rPr>
              <a:t>Hotels In Alibaug </a:t>
            </a:r>
            <a:r>
              <a:rPr lang="hi-IN" sz="1900">
                <a:solidFill>
                  <a:srgbClr val="44331A"/>
                </a:solidFill>
                <a:latin typeface="Aptos" panose="020B0004020202020204" pitchFamily="34" charset="0"/>
              </a:rPr>
              <a:t>शी संपर्क करा</a:t>
            </a:r>
            <a:endParaRPr lang="en-IN" sz="1900">
              <a:solidFill>
                <a:srgbClr val="44331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A6412A-43D7-ADBA-B016-2BFEB137DEE3}"/>
              </a:ext>
            </a:extLst>
          </p:cNvPr>
          <p:cNvSpPr/>
          <p:nvPr/>
        </p:nvSpPr>
        <p:spPr>
          <a:xfrm>
            <a:off x="5638800" y="1447800"/>
            <a:ext cx="5994400" cy="3962400"/>
          </a:xfrm>
          <a:prstGeom prst="rect">
            <a:avLst/>
          </a:prstGeom>
          <a:noFill/>
          <a:ln w="19050" cap="flat" cmpd="sng" algn="ctr">
            <a:solidFill>
              <a:srgbClr val="DAEA0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7846D-C5AE-3DF7-6FB9-BF3AC7B1A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24000"/>
            <a:ext cx="5842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CF80A7-8AE3-BBBF-DDE3-3447BD3D46B3}"/>
              </a:ext>
            </a:extLst>
          </p:cNvPr>
          <p:cNvSpPr txBox="1"/>
          <p:nvPr/>
        </p:nvSpPr>
        <p:spPr>
          <a:xfrm>
            <a:off x="762000" y="4572000"/>
            <a:ext cx="10414000" cy="1524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Contact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WhatsApp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+91 72089 93899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Email</a:t>
            </a:r>
          </a:p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checkin.hotelsinalibaug@gmail.com</a:t>
            </a:r>
          </a:p>
        </p:txBody>
      </p:sp>
    </p:spTree>
    <p:extLst>
      <p:ext uri="{BB962C8B-B14F-4D97-AF65-F5344CB8AC3E}">
        <p14:creationId xmlns:p14="http://schemas.microsoft.com/office/powerpoint/2010/main" val="85144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1. एकच प्रायव्हेट हॉटेल डॅशबोर्ड</vt:lpstr>
      <vt:lpstr>2. QR द्वारे गेस्ट सेल्फ चेक-इन</vt:lpstr>
      <vt:lpstr>3. फॅमिली रूम एंट्री</vt:lpstr>
      <vt:lpstr>4. हॉटेलच्या मालकीचे Google Drive स्टोरेज</vt:lpstr>
      <vt:lpstr>5. डिजिटल स्टाफ रजिस्टर</vt:lpstr>
      <vt:lpstr>6. फ्युचर रिझर्वेशन कॅलेंडर</vt:lpstr>
      <vt:lpstr>7. रोजच्या कामासाठी रिपोर्ट्स</vt:lpstr>
      <vt:lpstr>8. नियंत्रित पोलीस-रेडी अॅक्सेस</vt:lpstr>
      <vt:lpstr>PowerPoint Presentation</vt:lpstr>
      <vt:lpstr>9. शेवटचा संदेश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Patil</dc:creator>
  <cp:lastModifiedBy>Girish Patil</cp:lastModifiedBy>
  <cp:revision>2</cp:revision>
  <dcterms:created xsi:type="dcterms:W3CDTF">2026-07-20T07:52:10Z</dcterms:created>
  <dcterms:modified xsi:type="dcterms:W3CDTF">2026-07-20T08:08:37Z</dcterms:modified>
</cp:coreProperties>
</file>