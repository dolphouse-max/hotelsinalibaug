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C6F0-2772-ABE3-674A-DE6BD447E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453F5-6315-673A-4CB1-3B9B00D2F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A791E-5102-44AD-1AEE-08AD9DBC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A4451-EB77-C0BB-2216-340EADDDB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1558D-698E-727B-C1D7-266CAA8E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4185-6092-898D-CEB5-0E874A299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6F3D-F7D5-E91C-6A59-056FF70EE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FC0D-29DD-6873-D4EA-EB5C9DBF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57340-67F1-9777-3DD3-F46287E60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FE149-E542-703E-AC2C-D7F61B0C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75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0E7C-F5EF-8C23-4D8B-116F8ACC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869D1-0D91-9666-02AE-8DFF8C214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4B647-5020-AD36-E525-313F8AB8B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373BA-DC28-8757-C164-642C1D05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A8EB6-118B-3F6D-D9BB-A0BBFBEA2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5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AC13-993A-9B79-2091-0B3F356B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28E5C-BAC9-5F85-AE16-33FA8F8B0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140B1-694A-1E05-2CB9-A03FB8E3C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D0344-9638-484E-25C4-72C4842D4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63822-486E-3E51-9510-4B8304F5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93467-5B4E-929B-B5EA-7F545D5C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66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0479-11A9-5A79-4C1C-980D7AD4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EA847-5A03-520C-62C5-D6227E9CE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25E85-E930-3888-DC71-72F227BBC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7CA14-77C6-C3A1-114C-AD9B9EF52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258DC-0B1C-3328-32AE-DADB700F3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795D8-4476-700D-7488-EB522CFD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C9F52-14E7-9026-AD22-CB6E2364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A494A-0590-C352-A573-E1B054A4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70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1B25-8A7A-4C28-E505-3F5EDDFED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DE778-52B2-3CA2-09AE-35C42C11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81059-0413-B174-5712-93662803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BE36B-8C42-967E-197D-21EE742C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2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C408CA-C953-FF4C-390A-6C129194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4A77E-18F1-F78D-568B-F92A4E65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87A26-6B07-F6CF-24F1-71B70727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58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9C45-2EE6-4F3E-80DB-50718AE5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4AA71-D61F-B8A6-581A-C7EE18EE1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8AA73-B91E-1E51-BEE6-294933ECB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0FFEC-3B30-07DE-DA25-2EE0845F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057B3-546F-5D1C-DCF8-E8058C5C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E21BD-5FE4-B348-E6A0-9470170F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23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C7EE-A158-27EB-527B-A40CAC8B4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90036-09FF-9F02-0A02-DCD95AA3E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7FD5B-E7E7-C3AC-0BD4-905AD7CC6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ADAE5-E065-B890-F489-9F6C8C28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6F77D-7DF7-163A-4212-090E70EB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AD790-AE9C-3EB4-61BC-DC72BA37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39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8135-1468-A4CA-0C8A-FD61A977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49B38-9801-E4DC-DE9E-3D5B4B7C6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1657-35B8-0FB9-4AB4-3FF7835F1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9B2C1-FCEB-881C-9D2F-F68292E5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1B442-FD3B-A1EE-395D-9DD37318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1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D9042-CF00-6C62-8944-45EBA09AB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A01EA-FC07-924A-76ED-E2AF9AF11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D2D27-DFBD-495C-CB6A-C139BC4E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09CB6-9C37-A38E-E163-FAFEAA4A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8D11A-7B6E-95F5-B802-0F5C7C67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2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390D-6006-ADA2-7D5C-B10BC291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B865B-B36B-3448-F903-5F37E1F72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18348-085F-F642-54B9-89B11A3C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23C2-EFF5-D291-D602-063CE4348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CD2EC-781D-D326-EC38-6D285195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42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237F7-73CD-EF5B-880D-39EF312B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BC5DA-B82E-9AE9-2480-70AB96D51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892FD-0CCB-FB90-4990-BF8B46AC2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21E30-B96F-4502-B5EC-1259C020801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B70E-74E2-F402-C210-25D7D2956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4FF2E-AF04-F6CC-3E2B-345784C73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7DF74-59A4-4D37-AF8E-8B083032A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46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F61F-FEDC-08BE-C93F-84F0D468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4D5D8-9283-89DB-1887-79CC2BA07A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779D60-8FED-5B67-3749-CD401FCC0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6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0DCC7-80E4-5AB9-8969-095711C822E8}"/>
              </a:ext>
            </a:extLst>
          </p:cNvPr>
          <p:cNvSpPr txBox="1"/>
          <p:nvPr/>
        </p:nvSpPr>
        <p:spPr>
          <a:xfrm>
            <a:off x="762000" y="1524000"/>
            <a:ext cx="889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Aptos Display" panose="020B0004020202020204" pitchFamily="34" charset="0"/>
              </a:rPr>
              <a:t>Hotels In Alibaug Guest Check-In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AA97A-A7A5-E13C-FC01-7D9B692D1B99}"/>
              </a:ext>
            </a:extLst>
          </p:cNvPr>
          <p:cNvSpPr txBox="1"/>
          <p:nvPr/>
        </p:nvSpPr>
        <p:spPr>
          <a:xfrm>
            <a:off x="762000" y="3556000"/>
            <a:ext cx="889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2-minute demo presentation for hotels, resorts, lodges, and homestays</a:t>
            </a:r>
          </a:p>
        </p:txBody>
      </p:sp>
    </p:spTree>
    <p:extLst>
      <p:ext uri="{BB962C8B-B14F-4D97-AF65-F5344CB8AC3E}">
        <p14:creationId xmlns:p14="http://schemas.microsoft.com/office/powerpoint/2010/main" val="103665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C02E9-0229-9E5D-3E12-A7B0642C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1. One Private Hotel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4544D-D3F0-8558-817A-F4962D207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Hotel operations from one mobile-friendly main page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Open profile, guest QR, staff, bookings, reports, and alerts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Built for practical front-desk use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B00933-188A-4192-94CE-F9BAB5D010AB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8277A-A4C3-7C8D-A977-BB1D164E6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5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814F-1234-98A4-8DCB-3541E431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2. QR Guest Self Check-In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B0144-621C-9CCB-FED6-0133E8142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Reception can generate a guest QR code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Guests fill details on their own phone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Reduces manual writing and saves 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43DB9D-1CC9-7DA8-DCAE-178D277764E9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AA35A-1BCB-86EC-D3B5-2CB248CDD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9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65A4-97B5-8BC5-2DCA-6D162FABE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3. Family Room Entry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E948B-85E9-F8AD-D36E-619FFBBD6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One room can include the main guest plus family members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Structured ID proof capture for each member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Practical for real family bookings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044939-C2EC-4557-A4E4-EC13448FB4C0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B4355-60F1-3309-72B0-1CB15B249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9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4CBE7-E576-D409-B8F3-35B3DE0D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4. Hotel-Owned Google Drive Proof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EFE02-4661-814E-6179-7E60814F0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Proof images stay in the hotel's connected Google Drive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Records remain hotel-owned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Police and superadmin review happens through controlled in-app access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63584E-858B-9C8E-C436-9CC83B88A2BB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26113-DA91-A8CD-0126-804D3B4C6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9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8D1E-680D-7213-E4E2-8C4514D9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5. Digital Staff Register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ECF4F-CC5B-BA93-671A-82D9FD6C8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Store staff details, roles, contacts, and proofs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Edit and manage records from mobile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Useful for audits and day-to-day hotel administration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1F8B77-8ADB-8D06-8A48-83592EC67886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9157F-3E6B-316A-B114-3B62D93BD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45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4D1C-224D-CC90-5599-A3B054F3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6. Future Reservation Calendar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3AE5-F2B3-6AC9-56E3-9E6A519E3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Track upcoming bookings clearly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See stay dates and occupancy plan ahead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Useful for reception and owner planning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EFD87-51F9-E2FB-77C4-FCFE36A37F39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B1891-BEE6-B951-C98F-EAEC38A7B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07A0-4094-50AE-8463-5A35AD43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7. Reports for Daily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8BD98-058C-8B0F-A3BB-379B2336D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Current guests, guest register, occupancy, and summaries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Structured reports instead of paper searching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Hotel owner gets ready visibility instantly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BA4F3F-F114-25B9-75E3-BD3591D75D13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4E836-7E8A-09E4-F704-B548275EA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8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51A7-6F63-DF94-5953-EB6C56A5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8. Controlled Police-Ready Access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D9021-C6C6-F551-1F73-4454953D5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Police users get structured in-app access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Faster review when guest data is required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No open browsing of hotel proof storage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6C7A8-E6E0-B100-53A0-A39640FF205D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F1C72-AD3F-93D9-0349-597929176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09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3FD994-94C2-050A-F675-A374D864863A}"/>
              </a:ext>
            </a:extLst>
          </p:cNvPr>
          <p:cNvSpPr txBox="1"/>
          <p:nvPr/>
        </p:nvSpPr>
        <p:spPr>
          <a:xfrm>
            <a:off x="508000" y="406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44331A"/>
                </a:solidFill>
                <a:latin typeface="Aptos Display" panose="020B0004020202020204" pitchFamily="34" charset="0"/>
              </a:rPr>
              <a:t>Pricing and Trial Offer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7F1A84-5FC1-36AA-5BFB-4FA8BE29E759}"/>
              </a:ext>
            </a:extLst>
          </p:cNvPr>
          <p:cNvSpPr/>
          <p:nvPr/>
        </p:nvSpPr>
        <p:spPr>
          <a:xfrm>
            <a:off x="635000" y="1524000"/>
            <a:ext cx="3175000" cy="2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AEA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129D3-40CF-3917-2542-BB8591971CAF}"/>
              </a:ext>
            </a:extLst>
          </p:cNvPr>
          <p:cNvSpPr txBox="1"/>
          <p:nvPr/>
        </p:nvSpPr>
        <p:spPr>
          <a:xfrm>
            <a:off x="838200" y="1752600"/>
            <a:ext cx="27686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>
                <a:solidFill>
                  <a:srgbClr val="44331A"/>
                </a:solidFill>
                <a:latin typeface="Aptos Display" panose="020B0004020202020204" pitchFamily="34" charset="0"/>
              </a:rPr>
              <a:t>Monthly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FDBF3-8F1E-0643-9652-D1E7BC2F1A41}"/>
              </a:ext>
            </a:extLst>
          </p:cNvPr>
          <p:cNvSpPr txBox="1"/>
          <p:nvPr/>
        </p:nvSpPr>
        <p:spPr>
          <a:xfrm>
            <a:off x="838200" y="2438400"/>
            <a:ext cx="2768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DAEA0D"/>
                </a:solidFill>
                <a:latin typeface="Aptos Display" panose="020B0004020202020204" pitchFamily="34" charset="0"/>
              </a:rPr>
              <a:t>Rs.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648E2-CFDE-9B04-8DF7-7FE2B5B6C03F}"/>
              </a:ext>
            </a:extLst>
          </p:cNvPr>
          <p:cNvSpPr txBox="1"/>
          <p:nvPr/>
        </p:nvSpPr>
        <p:spPr>
          <a:xfrm>
            <a:off x="838200" y="3302000"/>
            <a:ext cx="27686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44331A"/>
                </a:solidFill>
                <a:latin typeface="Aptos" panose="020B0004020202020204" pitchFamily="34" charset="0"/>
              </a:rPr>
              <a:t>Per room per month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60F8BC-F0AE-F28E-FC94-629EF6868A4B}"/>
              </a:ext>
            </a:extLst>
          </p:cNvPr>
          <p:cNvSpPr/>
          <p:nvPr/>
        </p:nvSpPr>
        <p:spPr>
          <a:xfrm>
            <a:off x="4508500" y="1524000"/>
            <a:ext cx="3175000" cy="2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AEA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74F59-63ED-110B-248F-26FE04079FD7}"/>
              </a:ext>
            </a:extLst>
          </p:cNvPr>
          <p:cNvSpPr txBox="1"/>
          <p:nvPr/>
        </p:nvSpPr>
        <p:spPr>
          <a:xfrm>
            <a:off x="4711700" y="1752600"/>
            <a:ext cx="27686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>
                <a:solidFill>
                  <a:srgbClr val="44331A"/>
                </a:solidFill>
                <a:latin typeface="Aptos Display" panose="020B0004020202020204" pitchFamily="34" charset="0"/>
              </a:rPr>
              <a:t>Annual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A4A2C-3310-A843-79BB-67D2DA90D07A}"/>
              </a:ext>
            </a:extLst>
          </p:cNvPr>
          <p:cNvSpPr txBox="1"/>
          <p:nvPr/>
        </p:nvSpPr>
        <p:spPr>
          <a:xfrm>
            <a:off x="4711700" y="2438400"/>
            <a:ext cx="2768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DAEA0D"/>
                </a:solidFill>
                <a:latin typeface="Aptos Display" panose="020B0004020202020204" pitchFamily="34" charset="0"/>
              </a:rPr>
              <a:t>Rs. 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44FC9-140F-54F5-89EB-0E441E3C0D8A}"/>
              </a:ext>
            </a:extLst>
          </p:cNvPr>
          <p:cNvSpPr txBox="1"/>
          <p:nvPr/>
        </p:nvSpPr>
        <p:spPr>
          <a:xfrm>
            <a:off x="4711700" y="3302000"/>
            <a:ext cx="27686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44331A"/>
                </a:solidFill>
                <a:latin typeface="Aptos" panose="020B0004020202020204" pitchFamily="34" charset="0"/>
              </a:rPr>
              <a:t>Per room per year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684D3F-235C-D542-71C3-3588746D9ED8}"/>
              </a:ext>
            </a:extLst>
          </p:cNvPr>
          <p:cNvSpPr/>
          <p:nvPr/>
        </p:nvSpPr>
        <p:spPr>
          <a:xfrm>
            <a:off x="8382000" y="1524000"/>
            <a:ext cx="3175000" cy="2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AEA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AF21F6-9E4E-C62F-7DD3-607AFAFB4BEC}"/>
              </a:ext>
            </a:extLst>
          </p:cNvPr>
          <p:cNvSpPr txBox="1"/>
          <p:nvPr/>
        </p:nvSpPr>
        <p:spPr>
          <a:xfrm>
            <a:off x="8585200" y="1752600"/>
            <a:ext cx="27686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>
                <a:solidFill>
                  <a:srgbClr val="44331A"/>
                </a:solidFill>
                <a:latin typeface="Aptos Display" panose="020B0004020202020204" pitchFamily="34" charset="0"/>
              </a:rPr>
              <a:t>Free Trial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8E9745-5960-C1E8-8257-4D8CF294CC6E}"/>
              </a:ext>
            </a:extLst>
          </p:cNvPr>
          <p:cNvSpPr txBox="1"/>
          <p:nvPr/>
        </p:nvSpPr>
        <p:spPr>
          <a:xfrm>
            <a:off x="8585200" y="2438400"/>
            <a:ext cx="27686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DAEA0D"/>
                </a:solidFill>
                <a:latin typeface="Aptos Display" panose="020B0004020202020204" pitchFamily="34" charset="0"/>
              </a:rPr>
              <a:t>Till 31 October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07AE1-DA29-87EE-B2DC-1C2055DD8D49}"/>
              </a:ext>
            </a:extLst>
          </p:cNvPr>
          <p:cNvSpPr txBox="1"/>
          <p:nvPr/>
        </p:nvSpPr>
        <p:spPr>
          <a:xfrm>
            <a:off x="8585200" y="3302000"/>
            <a:ext cx="2768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44331A"/>
                </a:solidFill>
                <a:latin typeface="Aptos" panose="020B0004020202020204" pitchFamily="34" charset="0"/>
              </a:rPr>
              <a:t>Charges apply from 1 November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89DF08-DFE7-7D31-D5DD-EE4D917D1D48}"/>
              </a:ext>
            </a:extLst>
          </p:cNvPr>
          <p:cNvSpPr txBox="1"/>
          <p:nvPr/>
        </p:nvSpPr>
        <p:spPr>
          <a:xfrm>
            <a:off x="762000" y="4699000"/>
            <a:ext cx="10668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Secure hotel-owned records. Controlled police-ready access. Mobile-friendly daily hotel workflow.</a:t>
            </a:r>
          </a:p>
        </p:txBody>
      </p:sp>
    </p:spTree>
    <p:extLst>
      <p:ext uri="{BB962C8B-B14F-4D97-AF65-F5344CB8AC3E}">
        <p14:creationId xmlns:p14="http://schemas.microsoft.com/office/powerpoint/2010/main" val="126457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92776-04F8-3AA4-C266-A94464CB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b="1">
                <a:solidFill>
                  <a:srgbClr val="44331A"/>
                </a:solidFill>
                <a:latin typeface="Aptos Display" panose="020B0004020202020204" pitchFamily="34" charset="0"/>
              </a:rPr>
              <a:t>9. Closing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3EC61-C51E-3D7E-1808-375EBB14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572000" cy="45720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Free trial till 31 October 2026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Monthly: Rs. 10 per room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Annual: Rs. 100 per room</a:t>
            </a:r>
          </a:p>
          <a:p>
            <a:r>
              <a:rPr lang="en-IN" sz="2000">
                <a:solidFill>
                  <a:srgbClr val="44331A"/>
                </a:solidFill>
                <a:latin typeface="Aptos" panose="020B0004020202020204" pitchFamily="34" charset="0"/>
              </a:rPr>
              <a:t>• Contact Hotels In Alibaug for live demo and onboarding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D3528-75EB-FECF-5210-4B0B4F52658C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968E0-1C07-BF6F-4FFD-B76A25D42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28754B-750F-F4F6-1F94-5585A0EE3E96}"/>
              </a:ext>
            </a:extLst>
          </p:cNvPr>
          <p:cNvSpPr txBox="1"/>
          <p:nvPr/>
        </p:nvSpPr>
        <p:spPr>
          <a:xfrm>
            <a:off x="762000" y="4572000"/>
            <a:ext cx="10414000" cy="1524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Contact</a:t>
            </a:r>
          </a:p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WhatsApp</a:t>
            </a:r>
          </a:p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+91 72089 93899</a:t>
            </a:r>
          </a:p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Email</a:t>
            </a:r>
          </a:p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checkin.hotelsinalibaug@gmail.com</a:t>
            </a:r>
          </a:p>
        </p:txBody>
      </p:sp>
    </p:spTree>
    <p:extLst>
      <p:ext uri="{BB962C8B-B14F-4D97-AF65-F5344CB8AC3E}">
        <p14:creationId xmlns:p14="http://schemas.microsoft.com/office/powerpoint/2010/main" val="295032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356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1. One Private Hotel Dashboard</vt:lpstr>
      <vt:lpstr>2. QR Guest Self Check-In</vt:lpstr>
      <vt:lpstr>3. Family Room Entry</vt:lpstr>
      <vt:lpstr>4. Hotel-Owned Google Drive Proof Storage</vt:lpstr>
      <vt:lpstr>5. Digital Staff Register</vt:lpstr>
      <vt:lpstr>6. Future Reservation Calendar</vt:lpstr>
      <vt:lpstr>7. Reports for Daily Operations</vt:lpstr>
      <vt:lpstr>8. Controlled Police-Ready Access</vt:lpstr>
      <vt:lpstr>PowerPoint Presentation</vt:lpstr>
      <vt:lpstr>9. Closing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Patil</dc:creator>
  <cp:lastModifiedBy>Girish Patil</cp:lastModifiedBy>
  <cp:revision>2</cp:revision>
  <dcterms:created xsi:type="dcterms:W3CDTF">2026-07-20T07:49:01Z</dcterms:created>
  <dcterms:modified xsi:type="dcterms:W3CDTF">2026-07-20T08:08:35Z</dcterms:modified>
</cp:coreProperties>
</file>